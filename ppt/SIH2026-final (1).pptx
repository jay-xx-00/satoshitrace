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  <p:sldId id="299" r:id="rId9"/>
    <p:sldId id="300" r:id="rId10"/>
    <p:sldId id="301" r:id="rId11"/>
    <p:sldId id="302" r:id="rId1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898" y="19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17-Aug-26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5ADB9-6CDC-D8C2-4957-8370D587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70C668C-409D-C308-B39C-D1298D563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EF64880-52D0-4CB4-8E2E-AFFB11015E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084B103-A7AA-75D0-DE4F-BEC8645E9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915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19BE5-1130-F23E-0985-7180C229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57868CF-A6CE-926D-A3B9-5BD847AB0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ADC9DCC-A733-E523-BEBC-3ED7FE270D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F8988AC-BCCD-7587-E3D3-2DB3CB391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435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95F2-F3DE-29B9-3987-2E3FBE6C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8F0BFE4-D5C5-F585-6E21-76E4E78B7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30A3A1F-7397-D393-4161-40C5BABD77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5E7868C-D5FA-A2FD-D723-6EFD4DCB2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64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BE410-A42C-4EBD-1288-AD7355D7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67797DD-389B-81C7-0297-209351166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66AB88DE-7BB3-FF98-C8CE-DF4DC506E2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D027D5E0-4927-8869-BA3A-B938548E5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0002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163DE-43D1-C868-F5AD-77B0AD9F6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131F7658-476A-F116-07F0-35A0DB518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F8ECC7DD-9AB2-DD27-3F84-08CDB84524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7BF22AB-93F8-D979-8A20-771F13C15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62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17-Aug-26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17-Aug-26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17-Aug-26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17-Aug-26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17-Aug-26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17-Aug-26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061522" y="223920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Bail Reckoner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6597415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dirty="0"/>
              <a:t>SIH260405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Bail Reckoner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NEXORA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38204" y="428332"/>
            <a:ext cx="8621796" cy="552028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BailReckoner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- India's First Automated BNSS 479 Decision Engine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941" y="108590"/>
            <a:ext cx="2249850" cy="106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0CA14C-FC42-B44F-807B-C5F1F7B9E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97" y="1817063"/>
            <a:ext cx="11660957" cy="44011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342FEA-52EB-4B75-070D-DF9986CDA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4268" y="-337191"/>
            <a:ext cx="1953901" cy="1953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0DA98E-468B-0173-46FE-EE10A297E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27" y="973701"/>
            <a:ext cx="5354425" cy="52445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EE452E-6347-8DF3-39C5-2EABC94A7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1072" y="1229629"/>
            <a:ext cx="4210600" cy="48543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E7BD12-E42F-F26B-8C2F-8022AA002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3" y="-229869"/>
            <a:ext cx="1739258" cy="17392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B5D4F1-16BE-4F77-5F4C-9B115B3DF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13970"/>
            <a:ext cx="12192000" cy="5236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B89B11-3F46-790D-DB28-9133A339D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4268" y="-337191"/>
            <a:ext cx="1953901" cy="195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199B2-0DFB-A44E-5E65-CD1DD51BA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82" y="738048"/>
            <a:ext cx="10066128" cy="56183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ED1FDE-1191-6E26-B1EE-0BCF7F252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6" y="0"/>
            <a:ext cx="1583703" cy="14234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06722B-82E0-1EA9-EF66-E9576581F4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1642" y="33038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29C43A-2093-D5D6-EFE1-0EB42F9E3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99" y="791076"/>
            <a:ext cx="11514402" cy="54271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3998CC-B326-4F40-25A7-BE7B97378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AED0-B8FA-5E37-6568-5DFD346CF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61C85D-970B-B47B-66E3-E8FE025FD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9293FC8-5D95-536D-D12C-8EE6DA58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089823" cy="100915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F8B0D-1E79-4760-B961-62F99B2F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8987DD-F91E-4E7D-805A-D14E3A9B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BB1EF8-9AEB-7944-641D-073398974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EC98D0-C5BC-F36E-C3D5-C65B3A9B0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CDECF2-DB9D-A130-FC63-67AA30C10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" y="855468"/>
            <a:ext cx="12191998" cy="53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9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0E29-AD59-23C7-4855-534ACD04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FB215-13E1-0EEF-741C-1A8C2F245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52884F7B-7F6B-449C-AD4F-42AA2D302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089823" cy="100915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CCEDD-3CEB-AF8B-492A-6A46F6D9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9584F8-5CE4-C691-9A63-65F9C219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BA54AB-F92B-1EBD-160F-0CEB0F526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2B4A0A-456D-39B2-C03F-B4C59C13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FDEE9A-D918-A4E1-92FA-F0E8C8FA0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91076"/>
            <a:ext cx="12172950" cy="54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71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7D58-EF1F-BBE3-CEF1-BF2A3C79A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5EE0E22-DB7F-59A3-B055-CBC366BDB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4BEA7D6-6CC4-D82B-6368-40A4D4DE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089823" cy="100915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AA8E8-F6A8-3E05-81B1-CDDEE456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620770-4532-26D9-8FDB-A6F626E85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11956F-4980-0F2B-F25A-9EE342D4C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0F2DAB-9D5B-D33D-7B2D-758D5F774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0A3300-7096-1FFB-996C-0173F01F1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91076"/>
            <a:ext cx="12192000" cy="556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466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BB3A9-5C6B-896C-A4A2-18535A7B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E48E1F-DF72-C640-BD4C-40F83CC9C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D3BA133-C225-42AE-076F-B234B8A2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089823" cy="100915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C9205-3E5B-EEE1-82F1-93D98669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B0DD514-96B9-5178-6F7B-F3FD776F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CB7D9D-7684-86C6-35E5-AECF1B906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370758-4A90-CECF-FA0B-1CA01FC73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67CC79-B9DE-25E2-CC0F-57E805186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" y="791076"/>
            <a:ext cx="12185650" cy="556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4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CC73A-43B9-1447-BC39-ECBCBA3F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CC039A9-59E5-5A40-DEFF-68FDCE37E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4CDF3F3B-F50A-46B2-792B-7DD674A1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311" y="2841874"/>
            <a:ext cx="9323110" cy="50323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EDDEA-C7B4-AD5D-0B52-78808A66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92C04B-686C-DC94-EE55-EF5054A0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295021-7049-EB80-3D5A-0E217856E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0" y="0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A86C6D-FFD6-FE84-408F-7E6C80BA0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73" y="-209652"/>
            <a:ext cx="1258004" cy="125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13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7747</TotalTime>
  <Words>125</Words>
  <Application>Microsoft Office PowerPoint</Application>
  <PresentationFormat>Widescreen</PresentationFormat>
  <Paragraphs>50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BailReckoner - India's First Automated BNSS 479 Decision Engine</vt:lpstr>
      <vt:lpstr>TECHNICAL APPROACH</vt:lpstr>
      <vt:lpstr>FEASIBILITY AND VIABILITY</vt:lpstr>
      <vt:lpstr>IMPACT AND BENEFITS</vt:lpstr>
      <vt:lpstr>RESEARCH  AND REFERENCES</vt:lpstr>
      <vt:lpstr>SCREENSHOTS</vt:lpstr>
      <vt:lpstr>SCREENSHOTS</vt:lpstr>
      <vt:lpstr>SCREENSHOTS</vt:lpstr>
      <vt:lpstr>SCREENSHOTS</vt:lpstr>
      <vt:lpstr>Thank You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Mihir Govind</cp:lastModifiedBy>
  <cp:revision>151</cp:revision>
  <dcterms:created xsi:type="dcterms:W3CDTF">2013-12-12T18:46:50Z</dcterms:created>
  <dcterms:modified xsi:type="dcterms:W3CDTF">2026-08-17T08:01:38Z</dcterms:modified>
  <cp:category/>
</cp:coreProperties>
</file>